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E-Commerce Product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FF"/>
                </a:solidFill>
                <a:latin typeface="Arial"/>
              </a:defRPr>
            </a:pPr>
            <a:r>
              <a:t>Personalized Recommendations using Machine Learning</a:t>
            </a:r>
            <a:br/>
            <a:r>
              <a:t>Python | Surprise |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1.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Overall Architecture: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The system follows a modular pipeline architecture.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Separates Data Processing, Model Training, and Inference layers.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Key Layers: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1. Data Layer: Processing raw Amazon CSV and Reviews data.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2. Logic Layer: Python-based ETL pipeline (Loader, Cleaner, Combiner).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3. Model Layer: Collaborative Filtering (KNN, SVD) &amp; Content-Based (TF-IDF).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4. Application Layer: Generating recommendations for end-users.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Data Flow: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Raw Data -&gt; DataLoader -&gt; DataCleaner -&gt; Sampler -&gt; EDA -&gt; Model Training -&gt; Inference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1. System Architecture -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DATA SOURCES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[Amazon Products CSV] + [Reviews.txt]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v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DATA PROCESSING PIPELINE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[Loader] --&gt; [Combiner] --&gt; [Cleaner] --&gt; [Sampler]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                            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                            v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                     [EDA &amp; Analysis]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+---------------------------------+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v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MODEL TRAINING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[Baseline] | [KNN Basic] | [SVD] | [KNNWithMeans]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v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[GridSearchCV Tuning]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v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INFERENCE ENGINE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[Hybrid Recommender] &lt;--&gt; [TF-IDF Fallback]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v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OUTPUT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[Top-N Recommendations]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2. Methodology -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1. Collaborative Filtering (KNN-Based)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KNNBasic: Computes similarity between items using Cosine Similarity.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KNNWithMeans: Adjusts for user rating bias (optimistic/pessimistic users).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2. Matrix Factorization (SVD)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Singular Value Decomposition reduces dimensionality.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Extracts latent factors connecting users and products.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Best for capturing hidden patterns in sparse data.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3. Content-Based (TF-IDF)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Textual analysis of Product Names, Categories, and Reviews.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Solves the Cold-Start problem when no ratings exist.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4. Hybrid Strategy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Combines KNN (accuracy) with TF-IDF (robustness).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2. Methodology - Workflow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Step 1: Data Ingestion &amp; ID Generation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Load raw files and generate synthetic UserID/ProductIDs.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Step 2: Preprocessing &amp; Cleaning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Handle missing values, fix data types, filter invalid prices.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Step 3: Sampling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Create a representative 25k sample for efficient training.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Step 4: Exploratory Data Analysis (EDA)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Analyze distributions, correlations, and popular categories.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Step 5: Model Training &amp; Tuning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Train multiple models and use GridSearch for hyperparameters.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Step 6: Final Inference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Generate recommendations using the best-performing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3. Module Description - Data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Module 1: Data Processing Components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DataLoader: Handles file I/O safely.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DataCombiner: Merges disparate data sources.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DataCleaner: Implements business logic for data quality.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DataSampler: Ensures balanced subset selection.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Module 2: Analytical Components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EDA Class: Generates 8+ types of plots (Distributions, Heatmaps).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DataQualityReport: Audits data health before and after cleaning.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DataSummary: Tracks pipeline statistics.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3. Module Description - ML &amp;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Module 3: Machine Learning Models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Collaborative Models: KNNBasic, KNNWithMeans.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Matrix Factorization: SVD (Singular Value Decomposition).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Baseline Models: Statistical benchmarks.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Module 4: Recommendation Engine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Input: ProductID or Search Term.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Logic: Hybrid_Recommend() function.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- Checks if product exists in model.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- If yes -&gt; Use KNN.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- If no/few results -&gt; Use TF-IDF content similarity.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Output: List of product dictionaries (Name, Image, Link).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4. Use Case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Actors involved: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End User: Browses and seeks recommendations.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Administrator: Manages model training and analytics.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Primary Use Cases: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1. View Recommendations: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• User views a product -&gt; System shows 'Similar items'.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2. Search Products: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• User queries text -&gt; System returns relevant matches.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3. Model Retraining: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• Admin triggers pipeline to learn from new data.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4. Analytics Dashboard: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• Admin visualizes sales, popularity, and ratings.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4. 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+--------------+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|   End User   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+------+-------+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| (Uses)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v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+---------------------------+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|  Recommendation System    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|                           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|  [ View Suggestions ] &lt;---+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|  [ Search Products  ] &lt;---+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|                           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+---------------------------+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^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| (Manages)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+------+-------+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| Administrator|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+--------------+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5. Expected Results -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Model Evaluation Metrics: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RMSE (Root Mean Squared Error):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- Measures prediction accuracy.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- Result: ~0.728 (Best Model: KNNWithMeans).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MAE (Mean Absolute Error):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- Average magnitude of errors.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- Result: ~0.370.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Comparison: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KNNWithMeans outperformed SVD and Baseline models.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GridSearch successfully identified optimal K=20 neighbors.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5. Expected Results -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System Outputs: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1. Visualizations (Auto-Generated):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• Price Distribution, Heatmaps, Category Ratings.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• Saved to: artifacts/eda/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2. Trained Models: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• Serialized .pkl files for fast inference.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• Config JSON with best hyperparameters.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3. User Experience: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• Fast, relevant recommendations (&lt; 200ms).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   • Robust handling of unknown products.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Summary: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Successfully built an end-to-end Recommendation System.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Implemented robust ETL, EDA, and Hybrid ML modeling.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Achieved high accuracy with RMSE of 0.728.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Future Enhancements: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Real-time user session tracking.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Integration with live web dashboard.</a:t>
            </a:r>
          </a:p>
          <a:p>
            <a:pPr lvl="1"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Deep Learning models (Neural CF).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